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AC0A2-2B2C-0D8F-ADD1-BFDA85B84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1287A-2DFD-9DEC-7D79-AC2CC6FCE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A1812-F39E-4BDF-0FDE-1A3547159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81BFF-CD17-4EF6-9DA5-4C59B4E6EF9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48BD6-ADB6-2C48-AB61-1F3FC481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73D8B-1AD0-CCC2-314A-2D03C8C1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73DBC-E954-4A83-BCBC-FC3BA0487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31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3DC84-622A-7AB8-91A3-AE3CA459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82833-01AC-FBF7-602C-06879EA72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813B-C16B-DB58-56FB-E9849FBD7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81BFF-CD17-4EF6-9DA5-4C59B4E6EF9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2429E-6A11-1D88-5C58-1974FE42A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1E93E-0884-22EA-2477-8AF4AB11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73DBC-E954-4A83-BCBC-FC3BA0487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0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0241F-E46C-E66F-2399-4E2A290C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3DD32-E71E-87BB-BEA8-080C0FD2B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61A56-DF6E-EBE0-0846-67FAABF2A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81BFF-CD17-4EF6-9DA5-4C59B4E6EF9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F137-7314-BF16-7986-DC1B8228B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DF935-79E1-EBE2-39C1-672FB767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73DBC-E954-4A83-BCBC-FC3BA0487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65C66-8010-D4EB-0A7A-E92DB9772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D78DA-C299-EBFC-29E5-056FE4F03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2A9D6-B081-4061-999A-6D6A28C37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7531E-3246-A0C6-E391-22762058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81BFF-CD17-4EF6-9DA5-4C59B4E6EF9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AEC4E-CAEE-9CDF-6F7D-536B5EC85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F1EDA-297C-FBE4-774F-5015D8F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73DBC-E954-4A83-BCBC-FC3BA0487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60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8BD44-B05E-C712-E6F8-6F95DCBD1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CF69D-5182-06B5-B597-DF817450B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30D3D-B909-3CD1-DF7E-B5143FCA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BFC0B-BA15-9601-D310-B618A5991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F9F5C7-57E7-4B4A-04BA-5F1D5D00F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EB10A-B322-3915-C41C-801D972AA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81BFF-CD17-4EF6-9DA5-4C59B4E6EF9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D7DF75-AEF1-75C6-56CF-B558DED0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1628AD-9E6F-0E30-6925-7A76B9373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73DBC-E954-4A83-BCBC-FC3BA0487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46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DAB14-7954-8452-98B1-92970BFF7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5092A4-4B50-DF66-A602-5046757C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81BFF-CD17-4EF6-9DA5-4C59B4E6EF9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32C24-054B-D86D-5FCC-5C6697CB5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CE234-0E5F-1404-0676-0D0BD5CED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73DBC-E954-4A83-BCBC-FC3BA0487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5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1D4D2-DCF5-2694-7856-292D6AE9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81BFF-CD17-4EF6-9DA5-4C59B4E6EF9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E69EFF-D034-1E75-57DE-353D01D9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0632B-84F8-405C-3AD2-360282D0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73DBC-E954-4A83-BCBC-FC3BA0487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95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5A80A-02D7-8E29-336A-A3612B10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40715-2FE6-E667-0D26-C5D78EE10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68D1C-757D-07A9-33D5-454FC8734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9A9BD-4202-FDF9-27B1-37B2ADFE0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81BFF-CD17-4EF6-9DA5-4C59B4E6EF9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F4850-7FA9-9B4B-0AF5-7ADF793A2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2E17B-0A22-2681-1E77-EA39EC929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73DBC-E954-4A83-BCBC-FC3BA0487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58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0955-DAF6-0005-3203-0AB2F6724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77FA50-1A20-9863-6259-052A5A418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CDDF7-F22D-4647-3DCF-0EBC76FE5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A5968-2427-C7CE-B96B-82CFF8C6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81BFF-CD17-4EF6-9DA5-4C59B4E6EF9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00379-3900-B03E-1654-E96423C1D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21010-DC15-B713-2096-4E665985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73DBC-E954-4A83-BCBC-FC3BA0487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0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81ED-C192-5C5D-3139-170AC5151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29347-C958-32E2-30E5-52F426A65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00976-0269-1780-B00C-04962C717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81BFF-CD17-4EF6-9DA5-4C59B4E6EF9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B9AA9-18A8-E86E-F5BA-8DEE63BFE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D40C0-8420-577A-A0D1-7F046834C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73DBC-E954-4A83-BCBC-FC3BA0487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71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A617DA-E08E-2B0A-9F70-B2F5A282D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1713D-6318-0CD4-2678-71EA18FF4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2A394-8B3B-486B-0D67-5EEC964D4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81BFF-CD17-4EF6-9DA5-4C59B4E6EF9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FA16D-1E4A-AB6E-C470-39CCB1947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27C68-697C-AC8D-580A-B62EF889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73DBC-E954-4A83-BCBC-FC3BA0487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11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85EFE-C8B0-A95F-B5B4-A3D1CF52E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C0E67-7BE6-7256-FD7E-B9A47A763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6BDDA-9CCE-151B-589B-7E0E5DF58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81BFF-CD17-4EF6-9DA5-4C59B4E6EF9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F968C-15F8-AF61-792B-4330F08FA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ACB34-0D9B-C337-5A64-454FA6B91E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73DBC-E954-4A83-BCBC-FC3BA0487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29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3981EB-D5E7-847B-5A35-A90947546B8B}"/>
              </a:ext>
            </a:extLst>
          </p:cNvPr>
          <p:cNvSpPr txBox="1"/>
          <p:nvPr/>
        </p:nvSpPr>
        <p:spPr>
          <a:xfrm>
            <a:off x="994095" y="1114713"/>
            <a:ext cx="2931380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Populate_Listbox_parent</a:t>
            </a:r>
            <a:r>
              <a:rPr lang="en-US" dirty="0"/>
              <a:t>_()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063D7-BEB5-94AD-A8D6-D7FF7B3C176E}"/>
              </a:ext>
            </a:extLst>
          </p:cNvPr>
          <p:cNvSpPr txBox="1"/>
          <p:nvPr/>
        </p:nvSpPr>
        <p:spPr>
          <a:xfrm>
            <a:off x="922972" y="4845048"/>
            <a:ext cx="2461227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Populate_Listbox_child_1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6B7230-C4E4-0CA5-1A38-C655C0B9DBC4}"/>
              </a:ext>
            </a:extLst>
          </p:cNvPr>
          <p:cNvSpPr/>
          <p:nvPr/>
        </p:nvSpPr>
        <p:spPr>
          <a:xfrm>
            <a:off x="994095" y="1652632"/>
            <a:ext cx="3502404" cy="1719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90F1CA-098C-8EEB-C3D4-97AFCD849FE5}"/>
              </a:ext>
            </a:extLst>
          </p:cNvPr>
          <p:cNvSpPr/>
          <p:nvPr/>
        </p:nvSpPr>
        <p:spPr>
          <a:xfrm>
            <a:off x="994095" y="2540063"/>
            <a:ext cx="3502404" cy="40267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SelectedIndexChange_()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231896-28A0-8EEE-22D4-33D1993B012A}"/>
              </a:ext>
            </a:extLst>
          </p:cNvPr>
          <p:cNvSpPr txBox="1"/>
          <p:nvPr/>
        </p:nvSpPr>
        <p:spPr>
          <a:xfrm>
            <a:off x="5868099" y="521558"/>
            <a:ext cx="1665214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Add/Update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977E6E-2DB2-88F5-2EE8-5427455968F9}"/>
              </a:ext>
            </a:extLst>
          </p:cNvPr>
          <p:cNvSpPr txBox="1"/>
          <p:nvPr/>
        </p:nvSpPr>
        <p:spPr>
          <a:xfrm>
            <a:off x="7784983" y="521558"/>
            <a:ext cx="1665214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Delete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7E834F-4717-A82D-F6D8-939D37EF2801}"/>
              </a:ext>
            </a:extLst>
          </p:cNvPr>
          <p:cNvSpPr/>
          <p:nvPr/>
        </p:nvSpPr>
        <p:spPr>
          <a:xfrm>
            <a:off x="6033781" y="1942051"/>
            <a:ext cx="2437847" cy="40267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Populate_Details</a:t>
            </a:r>
            <a:r>
              <a:rPr lang="en-US" dirty="0"/>
              <a:t>_()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9060C0-D936-5622-C45A-532B966AC1E2}"/>
              </a:ext>
            </a:extLst>
          </p:cNvPr>
          <p:cNvSpPr txBox="1"/>
          <p:nvPr/>
        </p:nvSpPr>
        <p:spPr>
          <a:xfrm>
            <a:off x="6033781" y="2945935"/>
            <a:ext cx="2437847" cy="3385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dirty="0"/>
              <a:t>Populate_Listbox_child_2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32A1FA-AABB-F5CD-8498-59DE534EBE6B}"/>
              </a:ext>
            </a:extLst>
          </p:cNvPr>
          <p:cNvSpPr txBox="1"/>
          <p:nvPr/>
        </p:nvSpPr>
        <p:spPr>
          <a:xfrm>
            <a:off x="6033781" y="2460663"/>
            <a:ext cx="2437847" cy="3385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dirty="0"/>
              <a:t>Populate_Listbox_child_1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AEA68A-06D6-16FA-BF61-6C771A42BDE3}"/>
              </a:ext>
            </a:extLst>
          </p:cNvPr>
          <p:cNvSpPr txBox="1"/>
          <p:nvPr/>
        </p:nvSpPr>
        <p:spPr>
          <a:xfrm>
            <a:off x="6036923" y="3431207"/>
            <a:ext cx="2506776" cy="3385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/>
              <a:t>Populate_Listbox_child</a:t>
            </a:r>
            <a:r>
              <a:rPr lang="en-US" sz="1600" dirty="0"/>
              <a:t>_...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A062DF1F-9172-4943-F8C3-2DC23EC6DE5E}"/>
              </a:ext>
            </a:extLst>
          </p:cNvPr>
          <p:cNvSpPr/>
          <p:nvPr/>
        </p:nvSpPr>
        <p:spPr>
          <a:xfrm>
            <a:off x="5717797" y="1942051"/>
            <a:ext cx="201335" cy="1845579"/>
          </a:xfrm>
          <a:prstGeom prst="leftBrace">
            <a:avLst>
              <a:gd name="adj1" fmla="val 43750"/>
              <a:gd name="adj2" fmla="val 4909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55706A-5EB9-6A8F-4402-29390E275BB1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496499" y="2848064"/>
            <a:ext cx="12212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B2F4579-8B1E-5EE5-B48E-8A7F144E2284}"/>
              </a:ext>
            </a:extLst>
          </p:cNvPr>
          <p:cNvSpPr/>
          <p:nvPr/>
        </p:nvSpPr>
        <p:spPr>
          <a:xfrm>
            <a:off x="952333" y="5274688"/>
            <a:ext cx="2873047" cy="83249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1B4CDD46-5F52-B534-3237-C2407F8DAEED}"/>
              </a:ext>
            </a:extLst>
          </p:cNvPr>
          <p:cNvSpPr/>
          <p:nvPr/>
        </p:nvSpPr>
        <p:spPr>
          <a:xfrm rot="5400000">
            <a:off x="7600317" y="128836"/>
            <a:ext cx="369332" cy="1922475"/>
          </a:xfrm>
          <a:prstGeom prst="rightBrace">
            <a:avLst>
              <a:gd name="adj1" fmla="val 0"/>
              <a:gd name="adj2" fmla="val 5014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62CF342-196F-747B-B23E-731D1748F905}"/>
              </a:ext>
            </a:extLst>
          </p:cNvPr>
          <p:cNvCxnSpPr/>
          <p:nvPr/>
        </p:nvCxnSpPr>
        <p:spPr>
          <a:xfrm flipH="1">
            <a:off x="3925475" y="1289367"/>
            <a:ext cx="38595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rrow: Curved Right 35">
            <a:extLst>
              <a:ext uri="{FF2B5EF4-FFF2-40B4-BE49-F238E27FC236}">
                <a16:creationId xmlns:a16="http://schemas.microsoft.com/office/drawing/2014/main" id="{BE5435BA-6099-AC29-8C8F-6066CC3BF97A}"/>
              </a:ext>
            </a:extLst>
          </p:cNvPr>
          <p:cNvSpPr/>
          <p:nvPr/>
        </p:nvSpPr>
        <p:spPr>
          <a:xfrm>
            <a:off x="297809" y="1289367"/>
            <a:ext cx="625163" cy="15922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B6F9255C-4F4A-D531-6FC3-CB6F4C37ED0E}"/>
              </a:ext>
            </a:extLst>
          </p:cNvPr>
          <p:cNvCxnSpPr>
            <a:cxnSpLocks/>
            <a:stCxn id="15" idx="2"/>
            <a:endCxn id="6" idx="3"/>
          </p:cNvCxnSpPr>
          <p:nvPr/>
        </p:nvCxnSpPr>
        <p:spPr>
          <a:xfrm rot="5400000">
            <a:off x="4722667" y="2431293"/>
            <a:ext cx="1229176" cy="39061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8E31B37-AD98-FF07-83A4-AC807EF2E8E1}"/>
              </a:ext>
            </a:extLst>
          </p:cNvPr>
          <p:cNvSpPr txBox="1"/>
          <p:nvPr/>
        </p:nvSpPr>
        <p:spPr>
          <a:xfrm>
            <a:off x="1240240" y="5551301"/>
            <a:ext cx="229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Repeat for child 1……</a:t>
            </a:r>
          </a:p>
        </p:txBody>
      </p:sp>
    </p:spTree>
    <p:extLst>
      <p:ext uri="{BB962C8B-B14F-4D97-AF65-F5344CB8AC3E}">
        <p14:creationId xmlns:p14="http://schemas.microsoft.com/office/powerpoint/2010/main" val="257762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52D3F83-0AE0-DFA3-3126-FB1D88AB5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38" y="983615"/>
            <a:ext cx="10450383" cy="42487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D6F881-CBF8-F2C5-98F9-04248119F65E}"/>
              </a:ext>
            </a:extLst>
          </p:cNvPr>
          <p:cNvSpPr txBox="1"/>
          <p:nvPr/>
        </p:nvSpPr>
        <p:spPr>
          <a:xfrm>
            <a:off x="799542" y="365683"/>
            <a:ext cx="2931380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Populate_Listbox_parent_()</a:t>
            </a:r>
          </a:p>
        </p:txBody>
      </p:sp>
    </p:spTree>
    <p:extLst>
      <p:ext uri="{BB962C8B-B14F-4D97-AF65-F5344CB8AC3E}">
        <p14:creationId xmlns:p14="http://schemas.microsoft.com/office/powerpoint/2010/main" val="315086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F8298B-A40A-7D3B-2B19-B9C093836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87" y="1423707"/>
            <a:ext cx="10212225" cy="4010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62F816-750D-ADD3-85DE-8E10E788B3C0}"/>
              </a:ext>
            </a:extLst>
          </p:cNvPr>
          <p:cNvSpPr txBox="1"/>
          <p:nvPr/>
        </p:nvSpPr>
        <p:spPr>
          <a:xfrm>
            <a:off x="1067989" y="692474"/>
            <a:ext cx="1665214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361892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0EE636-1AD4-742D-BA4F-8D821DA79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32" y="633428"/>
            <a:ext cx="9616564" cy="62245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122438-6D48-FA51-AEB7-24A8730427FE}"/>
              </a:ext>
            </a:extLst>
          </p:cNvPr>
          <p:cNvSpPr txBox="1"/>
          <p:nvPr/>
        </p:nvSpPr>
        <p:spPr>
          <a:xfrm>
            <a:off x="552931" y="171181"/>
            <a:ext cx="2232997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Add/Update   1/3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030700-23C7-F4D8-C5C1-7A529E41FF46}"/>
              </a:ext>
            </a:extLst>
          </p:cNvPr>
          <p:cNvSpPr txBox="1"/>
          <p:nvPr/>
        </p:nvSpPr>
        <p:spPr>
          <a:xfrm>
            <a:off x="2877796" y="245163"/>
            <a:ext cx="7932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Check if ancestor exist &amp; Check if essential properties are provided</a:t>
            </a:r>
          </a:p>
        </p:txBody>
      </p:sp>
    </p:spTree>
    <p:extLst>
      <p:ext uri="{BB962C8B-B14F-4D97-AF65-F5344CB8AC3E}">
        <p14:creationId xmlns:p14="http://schemas.microsoft.com/office/powerpoint/2010/main" val="1543951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FA833-366D-7CBF-7468-06AF13FA9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3A7A527-1BA1-A20D-0915-058EDA407B12}"/>
              </a:ext>
            </a:extLst>
          </p:cNvPr>
          <p:cNvSpPr txBox="1"/>
          <p:nvPr/>
        </p:nvSpPr>
        <p:spPr>
          <a:xfrm>
            <a:off x="552931" y="171181"/>
            <a:ext cx="2232997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Add/Update   2/3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DB2EFF-AA0F-40E2-2A78-797C981AF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75" y="1057808"/>
            <a:ext cx="9126224" cy="2524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548ECC-21E6-B9E2-8728-CBF2D6BFA879}"/>
              </a:ext>
            </a:extLst>
          </p:cNvPr>
          <p:cNvSpPr txBox="1"/>
          <p:nvPr/>
        </p:nvSpPr>
        <p:spPr>
          <a:xfrm>
            <a:off x="2877796" y="245163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Special properties - can be optional for many key elements</a:t>
            </a:r>
          </a:p>
        </p:txBody>
      </p:sp>
    </p:spTree>
    <p:extLst>
      <p:ext uri="{BB962C8B-B14F-4D97-AF65-F5344CB8AC3E}">
        <p14:creationId xmlns:p14="http://schemas.microsoft.com/office/powerpoint/2010/main" val="2946514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30939-AA45-600C-4745-907AC465C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D53B270-BD1F-7D10-AFF7-A3588EF70B12}"/>
              </a:ext>
            </a:extLst>
          </p:cNvPr>
          <p:cNvSpPr txBox="1"/>
          <p:nvPr/>
        </p:nvSpPr>
        <p:spPr>
          <a:xfrm>
            <a:off x="552931" y="171181"/>
            <a:ext cx="2232997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Add/Update   3/3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0AB4DF-2644-4BDF-002D-8F2ED42F5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82" y="1056944"/>
            <a:ext cx="10469436" cy="47441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F00F39-B8D2-97C4-2F2C-227749F9D770}"/>
              </a:ext>
            </a:extLst>
          </p:cNvPr>
          <p:cNvSpPr txBox="1"/>
          <p:nvPr/>
        </p:nvSpPr>
        <p:spPr>
          <a:xfrm>
            <a:off x="2877795" y="245163"/>
            <a:ext cx="8283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Identify existing one and update, or create new and populate</a:t>
            </a:r>
          </a:p>
        </p:txBody>
      </p:sp>
    </p:spTree>
    <p:extLst>
      <p:ext uri="{BB962C8B-B14F-4D97-AF65-F5344CB8AC3E}">
        <p14:creationId xmlns:p14="http://schemas.microsoft.com/office/powerpoint/2010/main" val="3762046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59C58-C87E-3FC0-4200-46F4E8BBB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3CB10CE-AD00-D460-FE72-A9BD48CDBD42}"/>
              </a:ext>
            </a:extLst>
          </p:cNvPr>
          <p:cNvSpPr/>
          <p:nvPr/>
        </p:nvSpPr>
        <p:spPr>
          <a:xfrm>
            <a:off x="235338" y="224880"/>
            <a:ext cx="3502404" cy="40267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SelectedIndexChange_()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A3E4E-586E-61D6-9AD2-85EE9B8000C5}"/>
              </a:ext>
            </a:extLst>
          </p:cNvPr>
          <p:cNvSpPr txBox="1"/>
          <p:nvPr/>
        </p:nvSpPr>
        <p:spPr>
          <a:xfrm>
            <a:off x="3870018" y="258220"/>
            <a:ext cx="6097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1 – </a:t>
            </a:r>
            <a:r>
              <a:rPr lang="en-US" dirty="0" err="1"/>
              <a:t>Populate_Details</a:t>
            </a:r>
            <a:r>
              <a:rPr lang="en-US" dirty="0"/>
              <a:t>_() is merged in.</a:t>
            </a:r>
            <a:br>
              <a:rPr lang="en-US" dirty="0"/>
            </a:br>
            <a:r>
              <a:rPr lang="en-US" dirty="0"/>
              <a:t>                          Child </a:t>
            </a:r>
            <a:r>
              <a:rPr lang="en-US" dirty="0" err="1"/>
              <a:t>Populate_ListBox</a:t>
            </a:r>
            <a:r>
              <a:rPr lang="en-US" dirty="0"/>
              <a:t>_() is called.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606F34-DA55-B23A-F8CD-538E7FC6B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9" y="1279323"/>
            <a:ext cx="12117491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82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584F8-E08D-2582-B158-8C8D9C250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AF377-8EDD-95F6-C39C-9FAB7A21E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75" y="1037891"/>
            <a:ext cx="11993649" cy="23911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6A1018-62B7-715C-11F1-A38BF9330AFA}"/>
              </a:ext>
            </a:extLst>
          </p:cNvPr>
          <p:cNvSpPr/>
          <p:nvPr/>
        </p:nvSpPr>
        <p:spPr>
          <a:xfrm>
            <a:off x="235338" y="224880"/>
            <a:ext cx="3502404" cy="40267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SelectedIndexChange_()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F6EF2-C89B-6139-CB05-02CFDDDA3E52}"/>
              </a:ext>
            </a:extLst>
          </p:cNvPr>
          <p:cNvSpPr txBox="1"/>
          <p:nvPr/>
        </p:nvSpPr>
        <p:spPr>
          <a:xfrm>
            <a:off x="3870018" y="258220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2 – </a:t>
            </a:r>
            <a:r>
              <a:rPr lang="en-US" dirty="0" err="1"/>
              <a:t>Populate_Details</a:t>
            </a:r>
            <a:r>
              <a:rPr lang="en-US" dirty="0"/>
              <a:t>_() is separated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DABCE-B260-5F1E-9A10-3305BDD9E28B}"/>
              </a:ext>
            </a:extLst>
          </p:cNvPr>
          <p:cNvSpPr txBox="1"/>
          <p:nvPr/>
        </p:nvSpPr>
        <p:spPr>
          <a:xfrm>
            <a:off x="462095" y="5216084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 next page for </a:t>
            </a:r>
            <a:r>
              <a:rPr lang="en-US" dirty="0" err="1"/>
              <a:t>Populate_Details</a:t>
            </a:r>
            <a:r>
              <a:rPr lang="en-US" dirty="0"/>
              <a:t>_()</a:t>
            </a:r>
          </a:p>
        </p:txBody>
      </p:sp>
    </p:spTree>
    <p:extLst>
      <p:ext uri="{BB962C8B-B14F-4D97-AF65-F5344CB8AC3E}">
        <p14:creationId xmlns:p14="http://schemas.microsoft.com/office/powerpoint/2010/main" val="1249853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5D129-9D7E-4DD8-6E4F-B17B76774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34B005-D2F4-131F-CC6F-4B4C29E84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06" y="484440"/>
            <a:ext cx="10366432" cy="63735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2967B2-2805-86EB-F913-FBB7374B8FF8}"/>
              </a:ext>
            </a:extLst>
          </p:cNvPr>
          <p:cNvSpPr/>
          <p:nvPr/>
        </p:nvSpPr>
        <p:spPr>
          <a:xfrm>
            <a:off x="655006" y="81768"/>
            <a:ext cx="2437847" cy="40267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Populate_Details_()</a:t>
            </a:r>
          </a:p>
        </p:txBody>
      </p:sp>
    </p:spTree>
    <p:extLst>
      <p:ext uri="{BB962C8B-B14F-4D97-AF65-F5344CB8AC3E}">
        <p14:creationId xmlns:p14="http://schemas.microsoft.com/office/powerpoint/2010/main" val="1048548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145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Yao, John</dc:creator>
  <cp:lastModifiedBy>Yao, John</cp:lastModifiedBy>
  <cp:revision>10</cp:revision>
  <dcterms:created xsi:type="dcterms:W3CDTF">2025-07-19T18:43:59Z</dcterms:created>
  <dcterms:modified xsi:type="dcterms:W3CDTF">2025-09-04T16:11:15Z</dcterms:modified>
</cp:coreProperties>
</file>